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85800"/>
            <a:ext cx="73152" cy="50292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9144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E50914"/>
                </a:solidFill>
                <a:latin typeface="Aptos"/>
              </a:rPr>
              <a:t>SQL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78638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5F5F5"/>
                </a:solidFill>
                <a:latin typeface="Aptos"/>
              </a:rPr>
              <a:t>Netflix
Content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24612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A6ABB5"/>
                </a:solidFill>
                <a:latin typeface="Aptos"/>
              </a:rPr>
              <a:t>15 business questions answered with practical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1188720"/>
            <a:ext cx="2331720" cy="3566160"/>
          </a:xfrm>
          <a:prstGeom prst="roundRect">
            <a:avLst/>
          </a:prstGeom>
          <a:solidFill>
            <a:srgbClr val="1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0" y="155448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E50914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286000"/>
            <a:ext cx="16459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5F5F5"/>
                </a:solidFill>
                <a:latin typeface="Aptos"/>
              </a:rPr>
              <a:t>Explore
→
Measure
→
Explain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5623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A6ABB5"/>
                </a:solidFill>
                <a:latin typeface="Aptos"/>
              </a:rPr>
              <a:t>SQL • 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6ABB5"/>
                </a:solidFill>
                <a:latin typeface="Aptos"/>
              </a:rPr>
              <a:t>NETFLIX CONTENT ANALYSIS  •  SQL CASE STUDY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2823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A6ABB5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Aptos"/>
              </a:rPr>
              <a:t>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From raw catalog to business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6ABB5"/>
                </a:solidFill>
                <a:latin typeface="Aptos"/>
              </a:rPr>
              <a:t>The workbook turns a Netflix dataset into a compact SQL portfolio case study.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3474720" cy="2148840"/>
          </a:xfrm>
          <a:prstGeom prst="roundRect">
            <a:avLst/>
          </a:prstGeom>
          <a:solidFill>
            <a:srgbClr val="1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414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2423160"/>
            <a:ext cx="26060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Content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26080"/>
            <a:ext cx="292607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6ABB5"/>
                </a:solidFill>
                <a:latin typeface="Aptos"/>
              </a:rPr>
              <a:t>Separate Movies and TV Shows, then compare their scale and characteristics.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240280"/>
            <a:ext cx="3474720" cy="2148840"/>
          </a:xfrm>
          <a:prstGeom prst="roundRect">
            <a:avLst/>
          </a:prstGeom>
          <a:solidFill>
            <a:srgbClr val="1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24414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423160"/>
            <a:ext cx="26060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Geography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926080"/>
            <a:ext cx="292607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6ABB5"/>
                </a:solidFill>
                <a:latin typeface="Aptos"/>
              </a:rPr>
              <a:t>Break down countries and isolate India-specific release patterns.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2240280"/>
            <a:ext cx="3474720" cy="2148840"/>
          </a:xfrm>
          <a:prstGeom prst="roundRect">
            <a:avLst/>
          </a:prstGeom>
          <a:solidFill>
            <a:srgbClr val="1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24414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4232" y="2423160"/>
            <a:ext cx="26060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Catalog 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2926080"/>
            <a:ext cx="292607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6ABB5"/>
                </a:solidFill>
                <a:latin typeface="Aptos"/>
              </a:rPr>
              <a:t>Find long movies, multi-season shows, genres, actors and missing directors.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006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Aptos"/>
              </a:rPr>
              <a:t>Core techniques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19379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5F5F5"/>
                </a:solidFill>
                <a:latin typeface="Aptos"/>
              </a:rPr>
              <a:t>GROUP BY   •   CTEs   •   RANK()   •   UNNEST   •   STRING_TO_ARRAY   •   CASE   •   DATE FUNCTIONS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4652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6ABB5"/>
                </a:solidFill>
                <a:latin typeface="Aptos"/>
              </a:rPr>
              <a:t>NETFLIX CONTENT ANALYSIS  •  SQL CASE STUDY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2823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A6ABB5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Aptos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15 questions. One analytical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305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Aptos"/>
              </a:rPr>
              <a:t>01–05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574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Catalog &amp;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057400"/>
            <a:ext cx="649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ABB5"/>
                </a:solidFill>
                <a:latin typeface="Aptos"/>
              </a:rPr>
              <a:t>Movies vs TV • ratings • release year • countries • longest movie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6499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Aptos"/>
              </a:rPr>
              <a:t>06–10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918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Time &amp; geography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291840"/>
            <a:ext cx="649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ABB5"/>
                </a:solidFill>
                <a:latin typeface="Aptos"/>
              </a:rPr>
              <a:t>Recent additions • director search • seasons • genres • India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9943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Aptos"/>
              </a:rPr>
              <a:t>11–15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52628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People &amp;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526280"/>
            <a:ext cx="649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ABB5"/>
                </a:solidFill>
                <a:latin typeface="Aptos"/>
              </a:rPr>
              <a:t>Documentaries • missing directors • Salman Khan • Indian actors • keyword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4652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6ABB5"/>
                </a:solidFill>
                <a:latin typeface="Aptos"/>
              </a:rPr>
              <a:t>NETFLIX CONTENT ANALYSIS  •  SQL CASE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A6ABB5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Aptos"/>
              </a:rPr>
              <a:t>DATASET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The fields doing the analytical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E50914"/>
                </a:solidFill>
                <a:latin typeface="Aptos"/>
              </a:rPr>
              <a:t>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97480" y="20116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ABB5"/>
                </a:solidFill>
                <a:latin typeface="Aptos"/>
              </a:rPr>
              <a:t>Movie / TV Show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0116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E50914"/>
                </a:solidFill>
                <a:latin typeface="Aptos"/>
              </a:rPr>
              <a:t>rating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0116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ABB5"/>
                </a:solidFill>
                <a:latin typeface="Aptos"/>
              </a:rPr>
              <a:t>Content rating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24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E50914"/>
                </a:solidFill>
                <a:latin typeface="Aptos"/>
              </a:rPr>
              <a:t>release_year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72491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ABB5"/>
                </a:solidFill>
                <a:latin typeface="Aptos"/>
              </a:rPr>
              <a:t>Original release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724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E50914"/>
                </a:solidFill>
                <a:latin typeface="Aptos"/>
              </a:rPr>
              <a:t>country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72491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ABB5"/>
                </a:solidFill>
                <a:latin typeface="Aptos"/>
              </a:rPr>
              <a:t>Production country / countries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38144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E50914"/>
                </a:solidFill>
                <a:latin typeface="Aptos"/>
              </a:rPr>
              <a:t>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438144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ABB5"/>
                </a:solidFill>
                <a:latin typeface="Aptos"/>
              </a:rPr>
              <a:t>Movie runtime or seasons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438144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E50914"/>
                </a:solidFill>
                <a:latin typeface="Aptos"/>
              </a:rPr>
              <a:t>director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438144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ABB5"/>
                </a:solidFill>
                <a:latin typeface="Aptos"/>
              </a:rPr>
              <a:t>Director names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5137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E50914"/>
                </a:solidFill>
                <a:latin typeface="Aptos"/>
              </a:rPr>
              <a:t>listed_in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4151376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ABB5"/>
                </a:solidFill>
                <a:latin typeface="Aptos"/>
              </a:rPr>
              <a:t>Genres / categories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15137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E50914"/>
                </a:solidFill>
                <a:latin typeface="Aptos"/>
              </a:rPr>
              <a:t>casts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151376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ABB5"/>
                </a:solidFill>
                <a:latin typeface="Aptos"/>
              </a:rPr>
              <a:t>Cast members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86460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E50914"/>
                </a:solidFill>
                <a:latin typeface="Aptos"/>
              </a:rPr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864608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ABB5"/>
                </a:solidFill>
                <a:latin typeface="Aptos"/>
              </a:rPr>
              <a:t>Free-text 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86460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E50914"/>
                </a:solidFill>
                <a:latin typeface="Aptos"/>
              </a:rPr>
              <a:t>date_added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864608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ABB5"/>
                </a:solidFill>
                <a:latin typeface="Aptos"/>
              </a:rPr>
              <a:t>Netflix catalog addition 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4652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6ABB5"/>
                </a:solidFill>
                <a:latin typeface="Aptos"/>
              </a:rPr>
              <a:t>NETFLIX CONTENT ANALYSIS  •  SQL CASE STUDY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2823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A6ABB5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Aptos"/>
              </a:rPr>
              <a:t>SQL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The patterns behind the answers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57400"/>
            <a:ext cx="3337560" cy="1417320"/>
          </a:xfrm>
          <a:prstGeom prst="roundRect">
            <a:avLst/>
          </a:prstGeom>
          <a:solidFill>
            <a:srgbClr val="1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Aggregation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Aptos"/>
              </a:rPr>
              <a:t>COUNT + GROUP BY + ORDER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90088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ABB5"/>
                </a:solidFill>
                <a:latin typeface="Aptos"/>
              </a:rPr>
              <a:t>Turn rows into business-level summaries.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57400"/>
            <a:ext cx="3337560" cy="1417320"/>
          </a:xfrm>
          <a:prstGeom prst="roundRect">
            <a:avLst/>
          </a:prstGeom>
          <a:solidFill>
            <a:srgbClr val="1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24028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Window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5176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Aptos"/>
              </a:rPr>
              <a:t>RANK() OVER (PARTITION BY …)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990088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ABB5"/>
                </a:solidFill>
                <a:latin typeface="Aptos"/>
              </a:rPr>
              <a:t>Rank ratings within Movies vs TV Shows.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057400"/>
            <a:ext cx="3337560" cy="1417320"/>
          </a:xfrm>
          <a:prstGeom prst="roundRect">
            <a:avLst/>
          </a:prstGeom>
          <a:solidFill>
            <a:srgbClr val="1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24028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Text splitting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5176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Aptos"/>
              </a:rPr>
              <a:t>STRING_TO_ARRAY + UNNEST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990088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ABB5"/>
                </a:solidFill>
                <a:latin typeface="Aptos"/>
              </a:rPr>
              <a:t>Normalize comma-separated countries, genres and casts.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86200"/>
            <a:ext cx="3337560" cy="1417320"/>
          </a:xfrm>
          <a:prstGeom prst="roundRect">
            <a:avLst/>
          </a:prstGeom>
          <a:solidFill>
            <a:srgbClr val="1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Conditional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8056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Aptos"/>
              </a:rPr>
              <a:t>CASE + ILIKE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18888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ABB5"/>
                </a:solidFill>
                <a:latin typeface="Aptos"/>
              </a:rPr>
              <a:t>Create a Good / Bad classification from descriptions.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886200"/>
            <a:ext cx="3337560" cy="1417320"/>
          </a:xfrm>
          <a:prstGeom prst="roundRect">
            <a:avLst/>
          </a:prstGeom>
          <a:solidFill>
            <a:srgbClr val="1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406908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Date logic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48056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Aptos"/>
              </a:rPr>
              <a:t>TO_DATE + INTERVAL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818888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ABB5"/>
                </a:solidFill>
                <a:latin typeface="Aptos"/>
              </a:rPr>
              <a:t>Filter content added within a rolling five-year window.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886200"/>
            <a:ext cx="3337560" cy="1417320"/>
          </a:xfrm>
          <a:prstGeom prst="roundRect">
            <a:avLst/>
          </a:prstGeom>
          <a:solidFill>
            <a:srgbClr val="1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06908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Subqueries / CTEs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48056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Aptos"/>
              </a:rPr>
              <a:t>WITH … AS 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818888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ABB5"/>
                </a:solidFill>
                <a:latin typeface="Aptos"/>
              </a:rPr>
              <a:t>Make multi-step ranking logic readable and reusable.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44652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6ABB5"/>
                </a:solidFill>
                <a:latin typeface="Aptos"/>
              </a:rPr>
              <a:t>NETFLIX CONTENT ANALYSIS  •  SQL CASE STUDY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2823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A6ABB5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Aptos"/>
              </a:rPr>
              <a:t>QUESTION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How is the catalog split?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48840"/>
            <a:ext cx="6492240" cy="3383280"/>
          </a:xfrm>
          <a:prstGeom prst="roundRect">
            <a:avLst/>
          </a:prstGeom>
          <a:solidFill>
            <a:srgbClr val="1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514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Aptos"/>
              </a:rPr>
              <a:t>Query 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  <a:latin typeface="Aptos"/>
              </a:rPr>
              <a:t>Count records by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0332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A6ABB5"/>
                </a:solidFill>
                <a:latin typeface="Aptos"/>
              </a:rPr>
              <a:t>GROUP BY type
COUNT(*)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148840"/>
            <a:ext cx="3931920" cy="3383280"/>
          </a:xfrm>
          <a:prstGeom prst="round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56032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3063240"/>
            <a:ext cx="28346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Establishes the catalog baseline before deeper segmentation.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4652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6ABB5"/>
                </a:solidFill>
                <a:latin typeface="Aptos"/>
              </a:rPr>
              <a:t>NETFLIX CONTENT ANALYSIS  •  SQL CASE STUDY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A6ABB5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Aptos"/>
              </a:rPr>
              <a:t>QUESTION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Most common rating — without guessing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57400"/>
            <a:ext cx="3429000" cy="2377440"/>
          </a:xfrm>
          <a:prstGeom prst="roundRect">
            <a:avLst/>
          </a:prstGeom>
          <a:solidFill>
            <a:srgbClr val="1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585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2240280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88036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6ABB5"/>
                </a:solidFill>
                <a:latin typeface="Aptos"/>
              </a:rPr>
              <a:t>Group by type and rating to build rating frequencies.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57400"/>
            <a:ext cx="3429000" cy="2377440"/>
          </a:xfrm>
          <a:prstGeom prst="roundRect">
            <a:avLst/>
          </a:prstGeom>
          <a:solidFill>
            <a:srgbClr val="1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2585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7488" y="2240280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88036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6ABB5"/>
                </a:solidFill>
                <a:latin typeface="Aptos"/>
              </a:rPr>
              <a:t>Use RANK() within each content type.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57400"/>
            <a:ext cx="3429000" cy="2377440"/>
          </a:xfrm>
          <a:prstGeom prst="roundRect">
            <a:avLst/>
          </a:prstGeom>
          <a:solidFill>
            <a:srgbClr val="1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2585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8" y="2240280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Select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288036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6ABB5"/>
                </a:solidFill>
                <a:latin typeface="Aptos"/>
              </a:rPr>
              <a:t>Keep rank = 1 to return the most frequent rating.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8920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Aptos"/>
              </a:rPr>
              <a:t>Key idea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8280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A CTE makes the ranking step explicit and easy to audit.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4652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6ABB5"/>
                </a:solidFill>
                <a:latin typeface="Aptos"/>
              </a:rPr>
              <a:t>NETFLIX CONTENT ANALYSIS  •  SQL CASE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2823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A6ABB5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Aptos"/>
              </a:rPr>
              <a:t>QUESTION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Country data needs to be unpacked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Aptos"/>
              </a:rPr>
              <a:t>Raw field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749039" cy="1097280"/>
          </a:xfrm>
          <a:prstGeom prst="roundRect">
            <a:avLst/>
          </a:prstGeom>
          <a:solidFill>
            <a:srgbClr val="1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5F5"/>
                </a:solidFill>
                <a:latin typeface="Aptos"/>
              </a:rPr>
              <a:t>India, United States,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2834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E50914"/>
                </a:solidFill>
                <a:latin typeface="Aptos"/>
              </a:rPr>
              <a:t>↓  split  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21488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Aptos"/>
              </a:rPr>
              <a:t>Analysis-ready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2560320"/>
            <a:ext cx="4114800" cy="1920240"/>
          </a:xfrm>
          <a:prstGeom prst="roundRect">
            <a:avLst/>
          </a:prstGeom>
          <a:solidFill>
            <a:srgbClr val="1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880360"/>
            <a:ext cx="32918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India     1
United States     1
Japan    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498348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A6ABB5"/>
                </a:solidFill>
                <a:latin typeface="Aptos"/>
              </a:rPr>
              <a:t>STRING_TO_ARRAY(country, ',') + UNNEST()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6ABB5"/>
                </a:solidFill>
                <a:latin typeface="Aptos"/>
              </a:rPr>
              <a:t>NETFLIX CONTENT ANALYSIS  •  SQL CASE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2823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A6ABB5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Aptos"/>
              </a:rPr>
              <a:t>QUESTIONS 03 &amp;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Time is used two 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5166360" cy="2514600"/>
          </a:xfrm>
          <a:prstGeom prst="roundRect">
            <a:avLst/>
          </a:prstGeom>
          <a:solidFill>
            <a:srgbClr val="1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5000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Aptos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7" y="2331720"/>
            <a:ext cx="4297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Fixed-year 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34640"/>
            <a:ext cx="4617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6ABB5"/>
                </a:solidFill>
                <a:latin typeface="Aptos"/>
              </a:rPr>
              <a:t>Question 03 isolates titles where release_year = 2020. Useful for a point-in-time catalog 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48840"/>
            <a:ext cx="5166360" cy="2514600"/>
          </a:xfrm>
          <a:prstGeom prst="roundRect">
            <a:avLst/>
          </a:prstGeom>
          <a:solidFill>
            <a:srgbClr val="1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35000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Aptos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2331720"/>
            <a:ext cx="4297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Rolling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34640"/>
            <a:ext cx="4617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6ABB5"/>
                </a:solidFill>
                <a:latin typeface="Aptos"/>
              </a:rPr>
              <a:t>Question 06 converts date_added and compares it with CURRENT_DATE minus five years.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166360"/>
            <a:ext cx="8503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5F5F5"/>
                </a:solidFill>
                <a:latin typeface="Aptos"/>
              </a:rPr>
              <a:t>Fixed snapshot  ≠  rolling business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4652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6ABB5"/>
                </a:solidFill>
                <a:latin typeface="Aptos"/>
              </a:rPr>
              <a:t>NETFLIX CONTENT ANALYSIS  •  SQL CASE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A6ABB5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Aptos"/>
              </a:rPr>
              <a:t>QUESTIONS 05, 08 &amp;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Catalog depth: runtime, seasons and genres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21031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Longest movie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0" y="2103120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ABB5"/>
                </a:solidFill>
                <a:latin typeface="Aptos"/>
              </a:rPr>
              <a:t>Parse the numeric portion of duration, cast to INT, then sort descending.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3756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3375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5+ seasons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3337560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ABB5"/>
                </a:solidFill>
                <a:latin typeface="Aptos"/>
              </a:rPr>
              <a:t>Filter TV Shows and compare the season count against 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720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Apto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457200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Genre 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4572000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ABB5"/>
                </a:solidFill>
                <a:latin typeface="Aptos"/>
              </a:rPr>
              <a:t>Split listed_in and count each genre across the catalog.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4652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6ABB5"/>
                </a:solidFill>
                <a:latin typeface="Aptos"/>
              </a:rPr>
              <a:t>NETFLIX CONTENT ANALYSIS  •  SQL CASE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A6ABB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Aptos"/>
              </a:rPr>
              <a:t>QUESTION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India: where does release activity concentrate?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48840"/>
            <a:ext cx="6400800" cy="3291840"/>
          </a:xfrm>
          <a:prstGeom prst="roundRect">
            <a:avLst/>
          </a:prstGeom>
          <a:solidFill>
            <a:srgbClr val="1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514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Aptos"/>
              </a:rPr>
              <a:t>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53949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5F5F5"/>
                </a:solidFill>
                <a:latin typeface="Aptos"/>
              </a:rPr>
              <a:t>Filter → group by year → count releases
→ calculate percentage share → rank 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61772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6ABB5"/>
                </a:solidFill>
                <a:latin typeface="Aptos"/>
              </a:rPr>
              <a:t>Output is a ranked view of India’s strongest release years in the dataset.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148840"/>
            <a:ext cx="3977639" cy="3291840"/>
          </a:xfrm>
          <a:prstGeom prst="round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25603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Business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108960"/>
            <a:ext cx="28346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A country-specific cut turns a global catalog into a focused market story.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4652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6ABB5"/>
                </a:solidFill>
                <a:latin typeface="Aptos"/>
              </a:rPr>
              <a:t>NETFLIX CONTENT ANALYSIS  •  SQL CASE STUDY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A6ABB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Aptos"/>
              </a:rPr>
              <a:t>QUESTIONS 07, 13 &amp;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People analysis through text fields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48840"/>
            <a:ext cx="3337560" cy="3246120"/>
          </a:xfrm>
          <a:prstGeom prst="roundRect">
            <a:avLst/>
          </a:prstGeom>
          <a:solidFill>
            <a:srgbClr val="1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468880"/>
            <a:ext cx="2788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Director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246120"/>
            <a:ext cx="27889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ABB5"/>
                </a:solidFill>
                <a:latin typeface="Aptos"/>
              </a:rPr>
              <a:t>UNNEST director names, then filter for Rajiv Chilaka.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48840"/>
            <a:ext cx="3337560" cy="3246120"/>
          </a:xfrm>
          <a:prstGeom prst="roundRect">
            <a:avLst/>
          </a:prstGeom>
          <a:solidFill>
            <a:srgbClr val="1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468880"/>
            <a:ext cx="2788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Actor recency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246120"/>
            <a:ext cx="27889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ABB5"/>
                </a:solidFill>
                <a:latin typeface="Aptos"/>
              </a:rPr>
              <a:t>Search casts for Salman Khan and restrict release_year to the last 10 years.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148840"/>
            <a:ext cx="3337560" cy="3246120"/>
          </a:xfrm>
          <a:prstGeom prst="roundRect">
            <a:avLst/>
          </a:prstGeom>
          <a:solidFill>
            <a:srgbClr val="1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468880"/>
            <a:ext cx="2788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Indian actor leaders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246120"/>
            <a:ext cx="27889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ABB5"/>
                </a:solidFill>
                <a:latin typeface="Aptos"/>
              </a:rPr>
              <a:t>Split casts for India, count appearances, sort and keep top 10.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4652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6ABB5"/>
                </a:solidFill>
                <a:latin typeface="Aptos"/>
              </a:rPr>
              <a:t>NETFLIX CONTENT ANALYSIS  •  SQL CASE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A6ABB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Aptos"/>
              </a:rPr>
              <a:t>QUESTION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Missing directors are an analytical finding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744200" cy="1188720"/>
          </a:xfrm>
          <a:prstGeom prst="roundRect">
            <a:avLst/>
          </a:prstGeom>
          <a:solidFill>
            <a:srgbClr val="1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487168"/>
            <a:ext cx="5669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E50914"/>
                </a:solidFill>
                <a:latin typeface="Aptos"/>
              </a:rPr>
              <a:t>WHERE director IS NULL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25146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F5F5F5"/>
                </a:solidFill>
                <a:latin typeface="Aptos"/>
              </a:rPr>
              <a:t>Simple query. Useful signal.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5F5F5"/>
                </a:solidFill>
                <a:latin typeface="Aptos"/>
              </a:rPr>
              <a:t>Instead of treating missing values as cleanup noise, the query makes them visible for downstream investigation.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6ABB5"/>
                </a:solidFill>
                <a:latin typeface="Aptos"/>
              </a:rPr>
              <a:t>NETFLIX CONTENT ANALYSIS  •  SQL CASE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2823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A6ABB5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Aptos"/>
              </a:rPr>
              <a:t>QUESTION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Turn unstructured descriptions into a category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57400"/>
            <a:ext cx="3017520" cy="3017520"/>
          </a:xfrm>
          <a:prstGeom prst="roundRect">
            <a:avLst/>
          </a:prstGeom>
          <a:solidFill>
            <a:srgbClr val="1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468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Aptos"/>
              </a:rPr>
              <a:t>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63240"/>
            <a:ext cx="21945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  <a:latin typeface="Aptos"/>
              </a:rPr>
              <a:t>contains
“kill” or
“violence”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30632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E50914"/>
                </a:solidFill>
                <a:latin typeface="Aptos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2057400"/>
            <a:ext cx="6355080" cy="3017520"/>
          </a:xfrm>
          <a:prstGeom prst="roundRect">
            <a:avLst/>
          </a:prstGeom>
          <a:solidFill>
            <a:srgbClr val="1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9240" y="246888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Aptos"/>
              </a:rPr>
              <a:t>CASE WHEN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3063240"/>
            <a:ext cx="5212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5F5"/>
                </a:solidFill>
                <a:latin typeface="Aptos"/>
              </a:rPr>
              <a:t>keyword present  →  Bad
otherwise          →  Good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43434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6ABB5"/>
                </a:solidFill>
                <a:latin typeface="Aptos"/>
              </a:rPr>
              <a:t>Then GROUP BY category, type to count the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6ABB5"/>
                </a:solidFill>
                <a:latin typeface="Aptos"/>
              </a:rPr>
              <a:t>NETFLIX CONTENT ANALYSIS  •  SQL CASE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2823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A6ABB5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Aptos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What this project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20574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SQL fluency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2057400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ABB5"/>
                </a:solidFill>
                <a:latin typeface="Aptos"/>
              </a:rPr>
              <a:t>Comfort with aggregation, filtering, CTEs and window functions.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9260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Messy-data handling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926080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ABB5"/>
                </a:solidFill>
                <a:latin typeface="Aptos"/>
              </a:rPr>
              <a:t>Practical parsing of comma-separated fields and dates.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Apto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947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Business thinking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794760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ABB5"/>
                </a:solidFill>
                <a:latin typeface="Aptos"/>
              </a:rPr>
              <a:t>Questions are framed around catalog, geography, people and content.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Apto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663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Readable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4663440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ABB5"/>
                </a:solidFill>
                <a:latin typeface="Aptos"/>
              </a:rPr>
              <a:t>Queries are structured as small, auditable steps rather than one giant query.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A portfolio project is strongest when the SQL explains a question — not just a syntax exercise.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4652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6ABB5"/>
                </a:solidFill>
                <a:latin typeface="Aptos"/>
              </a:rPr>
              <a:t>NETFLIX CONTENT ANALYSIS  •  SQL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2823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A6ABB5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Aptos"/>
              </a:rPr>
              <a:t>NETFLIX SQL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7498079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5F5F5"/>
                </a:solidFill>
                <a:latin typeface="Aptos"/>
              </a:rPr>
              <a:t>15 questions.
One clean 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246120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A6ABB5"/>
                </a:solidFill>
                <a:latin typeface="Aptos"/>
              </a:rPr>
              <a:t>Built to showcase practical SQL thinking with a real-world style dataset.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1325880"/>
            <a:ext cx="2331720" cy="3429000"/>
          </a:xfrm>
          <a:prstGeom prst="round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81160" y="196596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788920"/>
            <a:ext cx="15087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Explore
Measure
Explain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80644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6ABB5"/>
                </a:solidFill>
                <a:latin typeface="Aptos"/>
              </a:rPr>
              <a:t>github.com/your-username/your-repo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6ABB5"/>
                </a:solidFill>
                <a:latin typeface="Aptos"/>
              </a:rPr>
              <a:t>NETFLIX CONTENT ANALYSIS  •  SQL CASE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2823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A6ABB5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